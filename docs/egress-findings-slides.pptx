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8797"/>
                </a:solidFill>
                <a:latin typeface="Consolas"/>
              </a:rPr>
              <a:t>TILED EGRESS · BROKER CAMPAIGN · JUL 20 – AUG 12 2026 · LCLS-DATA-PORTAL / TILED-TEST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81F"/>
                </a:solidFill>
                <a:latin typeface="Palatino Linotype"/>
              </a:rPr>
              <a:t>Method choice is worth 2–26×. The server does ~20 requests' worth of work at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114574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A5563"/>
                </a:solidFill>
              </a:rPr>
              <a:t>Five retrieval methods × four workloads × three HDF5 layouts, measured against local SQLite and the shared tiled-test server — through four server deployments. Full prose: results/EGRESS-FINDINGS.md; interactive map: docs/egress-heatmap.html.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062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F5E9E"/>
                </a:solidFill>
                <a:latin typeface="Consolas"/>
              </a:rPr>
              <a:t>26×</a:t>
            </a:r>
          </a:p>
          <a:p>
            <a:r>
              <a:rPr sz="1000">
                <a:solidFill>
                  <a:srgbClr val="7C8797"/>
                </a:solidFill>
                <a:latin typeface="Consolas"/>
              </a:rPr>
              <a:t>BROKER VS STOCK
ARTIFACT_READ, REMOTE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42062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F5E9E"/>
                </a:solidFill>
                <a:latin typeface="Consolas"/>
              </a:rPr>
              <a:t>~20</a:t>
            </a:r>
          </a:p>
          <a:p>
            <a:r>
              <a:rPr sz="1000">
                <a:solidFill>
                  <a:srgbClr val="7C8797"/>
                </a:solidFill>
                <a:latin typeface="Consolas"/>
              </a:rPr>
              <a:t>CONCURRENT REQUEST SLOTS
INVARIANT, 3 DEPLOYMENTS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2062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5A868"/>
                </a:solidFill>
                <a:latin typeface="Consolas"/>
              </a:rPr>
              <a:t>1.2 GB/s</a:t>
            </a:r>
          </a:p>
          <a:p>
            <a:r>
              <a:rPr sz="1000">
                <a:solidFill>
                  <a:srgbClr val="7C8797"/>
                </a:solidFill>
                <a:latin typeface="Consolas"/>
              </a:rPr>
              <a:t>WHOLE-FILE STREAMING
CEILING, ZERO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20624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B4552D"/>
                </a:solidFill>
                <a:latin typeface="Consolas"/>
              </a:rPr>
              <a:t>2</a:t>
            </a:r>
          </a:p>
          <a:p>
            <a:r>
              <a:rPr sz="1000">
                <a:solidFill>
                  <a:srgbClr val="7C8797"/>
                </a:solidFill>
                <a:latin typeface="Consolas"/>
              </a:rPr>
              <a:t>CONCURRENT 4.3 GB EXPORTS
PER POD BEFORE 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C8797"/>
                </a:solidFill>
                <a:latin typeface="Consolas"/>
              </a:rPr>
              <a:t>Methods: container_export · artifact_read · asset_bytes · raw_export · h5py_direct (Mode A reference). MB = 1e6 bytes; medians of 3 reps unless noted.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8797"/>
                </a:solidFill>
                <a:latin typeface="Consolas"/>
              </a:rPr>
              <a:t>READ THIS FIRST · THE SERVER CHANGED UNDER US · 4 POPULATIONS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2181F"/>
                </a:solidFill>
                <a:latin typeface="Palatino Linotype"/>
              </a:rPr>
              <a:t>One campaign, four server deployments.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3"/>
                </a:solidFill>
              </a:rPr>
              <a:t>Every CSV row is stamped with server_version + a population tag. Numbers from different eras must not be pooled — each result in this deck is labeled with its era.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148840"/>
          <a:ext cx="1145743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5743"/>
                <a:gridCol w="1374891"/>
                <a:gridCol w="8936796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What it means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Jul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stock 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Exploratory, stock mimetype. Frozen in results/stock-2026-07/ — superseded population.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Jul 27–28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workers-8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Broker campaign steps 0–7: all method rankings, crossovers, first ceiling suite. 8 workers direct to Postgres, server 0.2.10b5. Source of every method-choice claim.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Aug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16-direct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Workers 8→16 AND server →0.2.14.dev18 (confounded). ~220 req/s peak but 500s on mixed bulk ≥16 streams — Postgres connection exhaustion (240 potential vs ~100 slots).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Aug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broken pooler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PgBouncer in session mode, pool ~20 vs 240 demanded: concurrent requests hang 60 s. Rows discarded — no valid pooled measurements exist. Raw-wire probes ran this week.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Aug 11–12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w16fix0811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Admin raised pooler connection limits (pass-through). Best-behaved deployment: ceiling suite re-run clean, then deliberate OOM probe. Source of every capacity claim.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76072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5563"/>
                </a:solidFill>
              </a:rPr>
              <a:t>Method lessons that carried the campaign: correctness guardrails on every row (fast-but-wrong = failed run) · error rows kept in CSVs but excluded from claims · raw-httpx probes beside the tiled client, whose silent retries mask server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8797"/>
                </a:solidFill>
                <a:latin typeface="Consolas"/>
              </a:rPr>
              <a:t>THE DELIVERABLE · WHICH METHOD FOR WHICH WORKLOAD · MEASURED, WORKERS-8 ERA; RANKINGS RE-VERIFIED ON W16FIX0811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2181F"/>
                </a:solidFill>
                <a:latin typeface="Palatino Linotype"/>
              </a:rPr>
              <a:t>What to use, per workload.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08760"/>
          <a:ext cx="1145743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8932"/>
                <a:gridCol w="4353824"/>
                <a:gridCol w="4124675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Use this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Choosing wrong costs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 · Plot one artifact interactively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container_export naming the artifact (~35–55 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artifact_read 3.5–6× slower (flat ~190 ms nav tax)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 · …small artifact of a MIXED 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artifact_read — its one serial win (remote)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export moves 259× the bytes, 1.7× slower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2 · Whole entity, cache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container_export (omit --artifact)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artifact_read 9–13×, growing with artifact count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3 · Batch of k (shared-file layouts)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below crossover: container_export; above: asset_bytes whole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up to 13× (k=1000: 170 s read vs 12.7 s file)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3 · Batch of k (per_entity)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container_export + c≈8, then processes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serial artifact_read ~6×; no crossover on per_entity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4 · Whole dataset (shared-file)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asset_bytes / raw_export — one file, one 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export 2.1–2.7× slower, and it's the OOM-risk shape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4 · Whole dataset (per_entity)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container_export at c=8, or N procs × raw download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thread scaling caps ~145–190 MB/s/process (GIL)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978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4A5563"/>
                </a:solidFill>
              </a:rPr>
              <a:t>On the cluster, Mode A (h5py_direct) remains the real bulk answer: 1.2–1.5 GB/s warm on big contiguous arrays — ~10× the single-process HTTP plateau. Small files (64 KB) drop it to ~30 MB/s: layout beats protocol there.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8797"/>
                </a:solidFill>
                <a:latin typeface="Consolas"/>
              </a:rPr>
              <a:t>STEP 2 · WHY EXPORT WINS SERIAL WORK · MEASURED, REMOTE, N=200, 1 MB/ENTITY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2181F"/>
                </a:solidFill>
                <a:latin typeface="Palatino Linotype"/>
              </a:rPr>
              <a:t>Export pays per entity; read pays per artifact.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3"/>
                </a:solidFill>
              </a:rPr>
              <a:t>Whole-entity fetch, artifact count 1 → 16 at constant entity size. artifact_read spends ~190 ms of navigation (2 metadata GETs + 1 data GET) per artifact; export ships the entity in one chunked request.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194560"/>
          <a:ext cx="1145743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2291486"/>
                <a:gridCol w="2291486"/>
                <a:gridCol w="2291486"/>
                <a:gridCol w="2291488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7C8797"/>
                          </a:solidFill>
                          <a:latin typeface="Consolas"/>
                        </a:rPr>
                        <a:t>Artifacts/entity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7C8797"/>
                          </a:solidFill>
                          <a:latin typeface="Consolas"/>
                        </a:rPr>
                        <a:t>export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7C8797"/>
                          </a:solidFill>
                          <a:latin typeface="Consolas"/>
                        </a:rPr>
                        <a:t>read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7C8797"/>
                          </a:solidFill>
                          <a:latin typeface="Consolas"/>
                        </a:rP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7C8797"/>
                          </a:solidFill>
                          <a:latin typeface="Consolas"/>
                        </a:rPr>
                        <a:t>read ONE artifact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6.6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62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9.4×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40 s (flat)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11.6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140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12×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38 s (flat)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35.5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461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13×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37 s (flat)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114800"/>
            <a:ext cx="1145743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The catch — wire waste: </a:t>
            </a:r>
            <a:r>
              <a:rPr sz="1300">
                <a:solidFill>
                  <a:srgbClr val="4A5563"/>
                </a:solidFill>
              </a:rPr>
              <a:t>exporting ONE artifact still ships all of them: waste factor = artifact count (4.0×, 16.3× measured). Mixed entity extreme: exporting one 64 KB aux moves 259× the requested bytes — the one serial cell artifact_read wins.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Useful nulls: </a:t>
            </a:r>
            <a:r>
              <a:rPr sz="1300">
                <a:solidFill>
                  <a:srgbClr val="4A5563"/>
                </a:solidFill>
              </a:rPr>
              <a:t>artifact count does not change single-artifact read latency at all; with the broker mimetype, layout no longer moves method cost (batched ≈ grouped ≈ per_entity at 4 artifacts).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8797"/>
                </a:solidFill>
                <a:latin typeface="Consolas"/>
              </a:rPr>
              <a:t>STEP 3 · SUBSET VS WHOLE BACKING FILE · MEASURED, REMOTE, K = 1…1000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81F"/>
                </a:solidFill>
                <a:latin typeface="Palatino Linotype"/>
              </a:rPr>
              <a:t>Above a crossover fraction, stop selecting — take the whole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574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3"/>
                </a:solidFill>
              </a:rPr>
              <a:t>Fetching k of N entities costs per-entity time; asset_bytes pulls the whole backing file at wire speed, FLAT in k (1.05 GB ≈ 12.7 s regardless). The crossover fraction is the portable number: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148840"/>
          <a:ext cx="1145743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7229"/>
                <a:gridCol w="1374891"/>
                <a:gridCol w="1833189"/>
                <a:gridCol w="2520635"/>
                <a:gridCol w="2291486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Dataset (shared file)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whole-file flat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crossover vs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vs artifact_read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1000 × 1 MB, 1 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1.05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12.7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43%  (k≈433)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7%  (k≈67)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256 × 16.8 MB, 1 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4.3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52.9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66%  (k≈170)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45%  (k≈116)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1000 × 1 MB, 4 artifacts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1.05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13.0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23%  (k≈232)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2%  (k≈19)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1000 × 1 MB, grouped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1.05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13.7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41%  (k≈406)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7%  (k≈67)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343400"/>
            <a:ext cx="1145743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Two knobs move it: </a:t>
            </a:r>
            <a:r>
              <a:rPr sz="1300">
                <a:solidFill>
                  <a:srgbClr val="4A5563"/>
                </a:solidFill>
              </a:rPr>
              <a:t>entity size pushes it up (export amortizes better on big entities: 43% → 66%); artifact count pulls it down (export pays per artifact, the file doesn't: 43% → 23%).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Rules of thumb: </a:t>
            </a:r>
            <a:r>
              <a:rPr sz="1300">
                <a:solidFill>
                  <a:srgbClr val="4A5563"/>
                </a:solidFill>
              </a:rPr>
              <a:t>~1 MB single-artifact → whole file above ~40%; big (≥16 MB) → export until ~2/3; multi-artifact → whole file above ~1/4. On per_entity layout no crossover exists — export leads at every 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8797"/>
                </a:solidFill>
                <a:latin typeface="Consolas"/>
              </a:rPr>
              <a:t>STEP 6 · THE MIMETYPE REGRESSION CONTROL · SAME FILES, ONLY THE REGISTERED MIMETYPE DIFFERS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81F"/>
                </a:solidFill>
                <a:latin typeface="Palatino Linotype"/>
              </a:rPr>
              <a:t>The broker adapter is the difference between usable and broken.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57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3"/>
                </a:solidFill>
              </a:rPr>
              <a:t>The stock HDF5 adapter re-reads the whole backing file for every entity slice. The broker mimetype (application/x-hdf5-broker) slices lazily.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10312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7C8797"/>
                          </a:solidFill>
                          <a:latin typeface="Consolas"/>
                        </a:rPr>
                        <a:t>artifact_read, batched 1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7C8797"/>
                          </a:solidFill>
                          <a:latin typeface="Consolas"/>
                        </a:rPr>
                        <a:t>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7C8797"/>
                          </a:solidFill>
                          <a:latin typeface="Consolas"/>
                        </a:rPr>
                        <a:t>broker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7C8797"/>
                          </a:solidFill>
                          <a:latin typeface="Consolas"/>
                        </a:rPr>
                        <a:t>ratio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remote (tiled-test)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4.82 s/entity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0.186 s/entity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26×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local (loopback)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1.38 s/entity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0.193 s/entity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A5563"/>
                          </a:solidFill>
                          <a:latin typeface="Consolas"/>
                        </a:rPr>
                        <a:t>7×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749039"/>
            <a:ext cx="1145743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Un-broken outright: </a:t>
            </a:r>
            <a:r>
              <a:rPr sz="1300">
                <a:solidFill>
                  <a:srgbClr val="4A5563"/>
                </a:solidFill>
              </a:rPr>
              <a:t>whole-dataset export of the 4.3 GB batched set 504'd on every chunk under stock; broker delivers 839 MB in ~16 s through the proxy.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Not just a batched concern: </a:t>
            </a:r>
            <a:r>
              <a:rPr sz="1300">
                <a:solidFill>
                  <a:srgbClr val="4A5563"/>
                </a:solidFill>
              </a:rPr>
              <a:t>stock taxes per_entity container export too — 60 vs 36 ms/entity remote (~1.7×).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Bottom line: </a:t>
            </a:r>
            <a:r>
              <a:rPr sz="1300">
                <a:solidFill>
                  <a:srgbClr val="4A5563"/>
                </a:solidFill>
              </a:rPr>
              <a:t>register everything with the broker mimetype.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8797"/>
                </a:solidFill>
                <a:latin typeface="Consolas"/>
              </a:rPr>
              <a:t>STEPS 4, 5, 7 · THE CLIENT IS ITS OWN CEILING · MEASURED, PY-SPY PROFILED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81F"/>
                </a:solidFill>
                <a:latin typeface="Palatino Linotype"/>
              </a:rPr>
              <a:t>One Python process tops out ~190 MB/s. Scale by 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F5E9E"/>
                </a:solidFill>
                <a:latin typeface="Consolas"/>
              </a:rPr>
              <a:t>~190 MB/s</a:t>
            </a:r>
          </a:p>
          <a:p>
            <a:r>
              <a:rPr sz="1000">
                <a:solidFill>
                  <a:srgbClr val="7C8797"/>
                </a:solidFill>
                <a:latin typeface="Consolas"/>
              </a:rPr>
              <a:t>ONE PROCESS, QUIET NODE
(~145 ON A BUSY LOGIN NODE)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5544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F5E9E"/>
                </a:solidFill>
                <a:latin typeface="Consolas"/>
              </a:rPr>
              <a:t>224 MB/s</a:t>
            </a:r>
          </a:p>
          <a:p>
            <a:r>
              <a:rPr sz="1000">
                <a:solidFill>
                  <a:srgbClr val="7C8797"/>
                </a:solidFill>
                <a:latin typeface="Consolas"/>
              </a:rPr>
              <a:t>8 PROCESSES, RAW DOWNLOADS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5A868"/>
                </a:solidFill>
                <a:latin typeface="Consolas"/>
              </a:rPr>
              <a:t>1.2–1.5 GB/s</a:t>
            </a:r>
          </a:p>
          <a:p>
            <a:r>
              <a:rPr sz="1000">
                <a:solidFill>
                  <a:srgbClr val="7C8797"/>
                </a:solidFill>
                <a:latin typeface="Consolas"/>
              </a:rPr>
              <a:t>H5PY_DIRECT ON-CLUSTER (MODE A, WARM)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91840"/>
            <a:ext cx="114574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GIL, not the server: </a:t>
            </a:r>
            <a:r>
              <a:rPr sz="1300">
                <a:solidFill>
                  <a:srgbClr val="4A5563"/>
                </a:solidFill>
              </a:rPr>
              <a:t>threads help to c≈8 then plateau with app_frac → 0.07; 54% of wall samples sit in httpx response-body handling (SSL decrypt + chunk assembly hold the GIL; socket waits release it).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raw_export ≈ asset_bytes </a:t>
            </a:r>
            <a:r>
              <a:rPr sz="1300">
                <a:solidFill>
                  <a:srgbClr val="4A5563"/>
                </a:solidFill>
              </a:rPr>
              <a:t>(+5% serial, nil across processes) — quote the public API to users. Byte-identical wire totals.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But raw_export cannot thread at all: </a:t>
            </a:r>
            <a:r>
              <a:rPr sz="1300">
                <a:solidFill>
                  <a:srgbClr val="4A5563"/>
                </a:solidFill>
              </a:rPr>
              <a:t>tiled.client.download.download() installs a SIGINT handler unconditionally → ValueError off the main thread (all releases through 0.2.14). Scale it by PROCESS.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Upstream-worthy: </a:t>
            </a:r>
            <a:r>
              <a:rPr sz="1300">
                <a:solidFill>
                  <a:srgbClr val="4A5563"/>
                </a:solidFill>
              </a:rPr>
              <a:t>guard the signal handler with a main-thread check; whole-array .read() routes through a full dask task graph (pure overhead); response streaming could release the GIL more (recv_into a buffer).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8797"/>
                </a:solidFill>
                <a:latin typeface="Consolas"/>
              </a:rPr>
              <a:t>STEPS 7–7E · THREE DEPLOYMENTS, ONE SERIALIZED RESOURCE · MILANO EXCLUSIVE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81F"/>
                </a:solidFill>
                <a:latin typeface="Palatino Linotype"/>
              </a:rPr>
              <a:t>Peak throughput always lands at ~20 requests in flight.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00200"/>
          <a:ext cx="1145743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/>
                <a:gridCol w="1833189"/>
                <a:gridCol w="1718614"/>
                <a:gridCol w="5614141"/>
              </a:tblGrid>
              <a:tr h="4343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peak goodput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in-flight at 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7C8797"/>
                          </a:solidFill>
                          <a:latin typeface="Consolas"/>
                        </a:rPr>
                        <a:t>past the peak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workers-8 (Jul 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~135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requests queue in-server; completions flat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16-direct (Aug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~220 req/s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~21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graceful decline, but 500s on mixed bulk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w16fix0811 (Aug 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~230 req/s at P=8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≈20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5563"/>
                          </a:solidFill>
                          <a:latin typeface="Consolas"/>
                        </a:rPr>
                        <a:t>pure queueing: p50 209→1011 ms, zero errors to P=32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657600"/>
            <a:ext cx="1145743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Bandwidth is not the constraint: </a:t>
            </a:r>
            <a:r>
              <a:rPr sz="1300">
                <a:solidFill>
                  <a:srgbClr val="4A5563"/>
                </a:solidFill>
              </a:rPr>
              <a:t>whole-file streams 941 MB/s @16 → 1197 MB/s @32, zero errors; 16 MB asset fan-out clean to 1040 MB/s @128 procs (the Aug-3 era 500'd at ≥16); /healthz fabric does 6300+ req/s — the catalog path is the limit, with ~30× proxy headroom.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Worker count is not the serialized resource: </a:t>
            </a:r>
            <a:r>
              <a:rPr sz="1300">
                <a:solidFill>
                  <a:srgbClr val="4A5563"/>
                </a:solidFill>
              </a:rPr>
              <a:t>doubling workers bought 1.6×. Next suspects: Postgres query capacity, per-worker event loop, ingress.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2181F"/>
                </a:solidFill>
              </a:rPr>
              <a:t>Capacity rule: </a:t>
            </a:r>
            <a:r>
              <a:rPr sz="1300">
                <a:solidFill>
                  <a:srgbClr val="4A5563"/>
                </a:solidFill>
              </a:rPr>
              <a:t>every workload's ceiling = 20 ÷ slot-seconds per unit. Present ≈20 concurrent requests; more only queues.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8797"/>
                </a:solidFill>
                <a:latin typeface="Consolas"/>
              </a:rPr>
              <a:t>STEPS 7B–7F · HOW IT FAILS, FOUND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2181F"/>
                </a:solidFill>
                <a:latin typeface="Palatino Linotype"/>
              </a:rPr>
              <a:t>Every failure mode found has a config-shaped fix.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54480"/>
          <a:ext cx="1145743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783"/>
                <a:gridCol w="4124675"/>
                <a:gridCol w="4582972"/>
              </a:tblGrid>
              <a:tr h="7863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C8797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C8797"/>
                          </a:solidFill>
                          <a:latin typeface="Consolas"/>
                        </a:rPr>
                        <a:t>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C8797"/>
                          </a:solidFill>
                          <a:latin typeface="Consolas"/>
                        </a:rPr>
                        <a:t>Cause → fix</a:t>
                      </a:r>
                    </a:p>
                  </a:txBody>
                  <a:tcPr/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Connection exhaustion (Aug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500s under load; pods crash-loop in catalog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16 workers × pool 15 = 240 potential vs ~100 Postgres slots → raise limits or pool</a:t>
                      </a:r>
                    </a:p>
                  </a:txBody>
                  <a:tcPr/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Session-mode pooler (Aug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serial fine; concurrent requests hang ~60 s, then succeed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per-worker pools pin backends; pool ~20 vs 240 → pool ≥240 (deployed) or PgBouncer ≥1.21 transaction mode with max_prepared_statements</a:t>
                      </a:r>
                    </a:p>
                  </a:txBody>
                  <a:tcPr/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Fail-fast shedding, masked (Aug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raw-wire 500s ramp 1%@8 → 35%@64 streams; tiled client reports zero errors (silent retries)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server sheds excess instantly; always probe with raw httpx too</a:t>
                      </a:r>
                    </a:p>
                  </a:txBody>
                  <a:tcPr/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Worker OOM (Aug 12, deliberate)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4 × 4.3 GB exports: 2 die simultaneously mid-stream; health stays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A5563"/>
                          </a:solidFill>
                          <a:latin typeface="Consolas"/>
                        </a:rPr>
                        <a:t>container export builds whole output in RAM (BytesIO). Limit ≈ 2 concurrent large exports/pod; blast radius = those downloads only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0644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A5563"/>
                </a:solidFill>
              </a:rPr>
              <a:t>Side finding — registration race: concurrent registration at pool=8 leaves structure-less entities, scaling with artifact count (up to 5% on 16-artifact datasets). Invisible to len(dataset) — verify per-artifact. pool=4 produced zero failures.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C8797"/>
                </a:solidFill>
                <a:latin typeface="Consolas"/>
              </a:rPr>
              <a:t>OPERATIONAL GUIDANCE · CARRY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114574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2181F"/>
                </a:solidFill>
                <a:latin typeface="Palatino Linotype"/>
              </a:rPr>
              <a:t>Rules to carry.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8797"/>
                </a:solidFill>
                <a:latin typeface="Consolas"/>
              </a:rPr>
              <a:t>FOR USERS OF TILED-TEST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A5563"/>
                </a:solidFill>
              </a:rPr>
              <a:t>• Serial work: container_export wins everything except tiny-artifact-of-huge-entity.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A5563"/>
                </a:solidFill>
              </a:rPr>
              <a:t>• Batches from shared files: whole-file asset_bytes above the crossover (~40% / ~2/3 / ~1/4 for 1 MB / big / multi-artifact).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A5563"/>
                </a:solidFill>
              </a:rPr>
              <a:t>• Bulk: ~8 threads, then processes (~190 MB/s each). Whole-file streaming scales to 32+; request-shaped load saturates at ≈20 concurrent.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A5563"/>
                </a:solidFill>
              </a:rPr>
              <a:t>• Never parallelize multi-GB exports — above a few GB use asset_bytes: faster and memory-flat.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A5563"/>
                </a:solidFill>
              </a:rPr>
              <a:t>• On-cluster ML pipelines: Mode A / h5py_direct, 1.2–1.5 GB/s.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7C8797"/>
                </a:solidFill>
                <a:latin typeface="Consolas"/>
              </a:rPr>
              <a:t>FOR ADMINS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A5563"/>
                </a:solidFill>
              </a:rPr>
              <a:t>• The ~20-slot serialized resource is the knob worth finding — workers ×2 bought only 1.6×; suspects: DB query capacity, event loop, ingress.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A5563"/>
                </a:solidFill>
              </a:rPr>
              <a:t>• Pooler must fit tiled's persistent pools: session mode needs pool ≥ workers × (pool+overflow); transaction mode only on PgBouncer ≥1.21 with max_prepared_statements.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A5563"/>
                </a:solidFill>
              </a:rPr>
              <a:t>• Run tiled catalog init / migrations direct to Postgres, never through the pooler.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A5563"/>
                </a:solidFill>
              </a:rPr>
              <a:t>• Per-pod memory allows ~2 concurrent whole-dataset exports (~9–17 GB); the 2026-08-12 00:12 UTC OOMKilled event confirms the exact limit.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4A5563"/>
                </a:solidFill>
              </a:rPr>
              <a:t>• Storage is never the constraint: one node pulls 2+ GB/s cold from Weka — every HTTP ceiling sits ≥4× below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C8797"/>
                </a:solidFill>
                <a:latin typeface="Consolas"/>
              </a:rPr>
              <a:t>Raw rows: results/broker/*.csv (population-tagged) · prose: results/EGRESS-FINDINGS.md · heatmap: docs/egress-heatmap.html · stock era frozen in results/stock-2026-07/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